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" roundtripDataSignature="AMtx7mgcTbqOBT4EMfOT+p0/yKj32/94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82880" y="0"/>
            <a:ext cx="8778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Smart Attendance System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68628" y="571510"/>
            <a:ext cx="1417200" cy="2423100"/>
          </a:xfrm>
          <a:prstGeom prst="rect">
            <a:avLst/>
          </a:prstGeom>
          <a:solidFill>
            <a:srgbClr val="D7CCC8"/>
          </a:solidFill>
          <a:ln w="31750" cap="flat" cmpd="sng">
            <a:solidFill>
              <a:srgbClr val="7955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62906" y="685845"/>
            <a:ext cx="1234500" cy="2176200"/>
          </a:xfrm>
          <a:prstGeom prst="rect">
            <a:avLst/>
          </a:prstGeom>
          <a:solidFill>
            <a:srgbClr val="BCAAA4"/>
          </a:solidFill>
          <a:ln w="12700" cap="flat" cmpd="sng">
            <a:solidFill>
              <a:srgbClr val="79554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Classroom</a:t>
            </a:r>
            <a:endParaRPr dirty="0"/>
          </a:p>
        </p:txBody>
      </p:sp>
      <p:sp>
        <p:nvSpPr>
          <p:cNvPr id="20" name="Google Shape;20;p1"/>
          <p:cNvSpPr/>
          <p:nvPr/>
        </p:nvSpPr>
        <p:spPr>
          <a:xfrm>
            <a:off x="-82298" y="2619775"/>
            <a:ext cx="6402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ENTRANCE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389973" y="1010530"/>
            <a:ext cx="384000" cy="255900"/>
          </a:xfrm>
          <a:prstGeom prst="rect">
            <a:avLst/>
          </a:prstGeom>
          <a:solidFill>
            <a:srgbClr val="263238"/>
          </a:solidFill>
          <a:ln w="12700" cap="flat" cmpd="sng">
            <a:solidFill>
              <a:srgbClr val="546E7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394536" y="1024175"/>
            <a:ext cx="201300" cy="201300"/>
          </a:xfrm>
          <a:prstGeom prst="ellipse">
            <a:avLst/>
          </a:prstGeom>
          <a:solidFill>
            <a:srgbClr val="0D47A1"/>
          </a:solidFill>
          <a:ln w="12700" cap="flat" cmpd="sng">
            <a:solidFill>
              <a:srgbClr val="1565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469968" y="1088200"/>
            <a:ext cx="73200" cy="7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 rot="-151846">
            <a:off x="1641101" y="1064773"/>
            <a:ext cx="54353" cy="74173"/>
          </a:xfrm>
          <a:prstGeom prst="ellipse">
            <a:avLst/>
          </a:prstGeom>
          <a:solidFill>
            <a:srgbClr val="FF17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344177" y="1316788"/>
            <a:ext cx="640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650"/>
              <a:buFont typeface="Calibri"/>
              <a:buNone/>
            </a:pPr>
            <a:r>
              <a:rPr lang="en-US" sz="650" b="1" i="0" u="none" strike="noStrike" cap="none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📷 IP CAM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20040" y="713232"/>
            <a:ext cx="201168" cy="201168"/>
          </a:xfrm>
          <a:prstGeom prst="ellipse">
            <a:avLst/>
          </a:prstGeom>
          <a:solidFill>
            <a:srgbClr val="FFCC8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56616" y="914400"/>
            <a:ext cx="128016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1"/>
          <p:cNvCxnSpPr/>
          <p:nvPr/>
        </p:nvCxnSpPr>
        <p:spPr>
          <a:xfrm flipH="1">
            <a:off x="301752" y="1243584"/>
            <a:ext cx="64008" cy="228600"/>
          </a:xfrm>
          <a:prstGeom prst="straightConnector1">
            <a:avLst/>
          </a:prstGeom>
          <a:noFill/>
          <a:ln w="25400" cap="flat" cmpd="sng">
            <a:solidFill>
              <a:srgbClr val="3747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" name="Google Shape;29;p1"/>
          <p:cNvCxnSpPr/>
          <p:nvPr/>
        </p:nvCxnSpPr>
        <p:spPr>
          <a:xfrm>
            <a:off x="457200" y="1243584"/>
            <a:ext cx="64008" cy="228600"/>
          </a:xfrm>
          <a:prstGeom prst="straightConnector1">
            <a:avLst/>
          </a:prstGeom>
          <a:noFill/>
          <a:ln w="25400" cap="flat" cmpd="sng">
            <a:solidFill>
              <a:srgbClr val="37474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1"/>
          <p:cNvSpPr/>
          <p:nvPr/>
        </p:nvSpPr>
        <p:spPr>
          <a:xfrm>
            <a:off x="137168" y="1069855"/>
            <a:ext cx="201300" cy="201300"/>
          </a:xfrm>
          <a:prstGeom prst="ellipse">
            <a:avLst/>
          </a:prstGeom>
          <a:solidFill>
            <a:srgbClr val="FFCC8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173744" y="1271023"/>
            <a:ext cx="128100" cy="347400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" name="Google Shape;32;p1"/>
          <p:cNvCxnSpPr/>
          <p:nvPr/>
        </p:nvCxnSpPr>
        <p:spPr>
          <a:xfrm flipH="1">
            <a:off x="118988" y="1600207"/>
            <a:ext cx="63900" cy="228600"/>
          </a:xfrm>
          <a:prstGeom prst="straightConnector1">
            <a:avLst/>
          </a:prstGeom>
          <a:noFill/>
          <a:ln w="25400" cap="flat" cmpd="sng">
            <a:solidFill>
              <a:srgbClr val="3747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" name="Google Shape;33;p1"/>
          <p:cNvCxnSpPr/>
          <p:nvPr/>
        </p:nvCxnSpPr>
        <p:spPr>
          <a:xfrm>
            <a:off x="292616" y="1590782"/>
            <a:ext cx="63900" cy="228600"/>
          </a:xfrm>
          <a:prstGeom prst="straightConnector1">
            <a:avLst/>
          </a:prstGeom>
          <a:noFill/>
          <a:ln w="25400" cap="flat" cmpd="sng">
            <a:solidFill>
              <a:srgbClr val="3747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"/>
          <p:cNvCxnSpPr/>
          <p:nvPr/>
        </p:nvCxnSpPr>
        <p:spPr>
          <a:xfrm rot="10800000" flipH="1">
            <a:off x="73946" y="1801236"/>
            <a:ext cx="586800" cy="297600"/>
          </a:xfrm>
          <a:prstGeom prst="straightConnector1">
            <a:avLst/>
          </a:prstGeom>
          <a:noFill/>
          <a:ln w="31750" cap="flat" cmpd="sng">
            <a:solidFill>
              <a:srgbClr val="78909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" name="Google Shape;35;p1"/>
          <p:cNvSpPr/>
          <p:nvPr/>
        </p:nvSpPr>
        <p:spPr>
          <a:xfrm>
            <a:off x="-123475" y="2093925"/>
            <a:ext cx="8961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lang="en-US" sz="65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Students entering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1"/>
          <p:cNvCxnSpPr>
            <a:cxnSpLocks/>
            <a:endCxn id="182" idx="0"/>
          </p:cNvCxnSpPr>
          <p:nvPr/>
        </p:nvCxnSpPr>
        <p:spPr>
          <a:xfrm flipH="1">
            <a:off x="681848" y="1143064"/>
            <a:ext cx="760688" cy="133694"/>
          </a:xfrm>
          <a:prstGeom prst="straightConnector1">
            <a:avLst/>
          </a:prstGeom>
          <a:noFill/>
          <a:ln w="19050" cap="flat" cmpd="sng">
            <a:solidFill>
              <a:srgbClr val="F5C84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37" name="Google Shape;37;p1"/>
          <p:cNvCxnSpPr>
            <a:cxnSpLocks/>
          </p:cNvCxnSpPr>
          <p:nvPr/>
        </p:nvCxnSpPr>
        <p:spPr>
          <a:xfrm flipH="1" flipV="1">
            <a:off x="681848" y="1037869"/>
            <a:ext cx="760688" cy="105195"/>
          </a:xfrm>
          <a:prstGeom prst="straightConnector1">
            <a:avLst/>
          </a:prstGeom>
          <a:noFill/>
          <a:ln w="19050" cap="flat" cmpd="sng">
            <a:solidFill>
              <a:srgbClr val="F5C842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8" name="Google Shape;38;p1"/>
          <p:cNvSpPr/>
          <p:nvPr/>
        </p:nvSpPr>
        <p:spPr>
          <a:xfrm>
            <a:off x="2976370" y="548598"/>
            <a:ext cx="2103000" cy="1828800"/>
          </a:xfrm>
          <a:prstGeom prst="rect">
            <a:avLst/>
          </a:prstGeom>
          <a:solidFill>
            <a:srgbClr val="1A237E"/>
          </a:solidFill>
          <a:ln w="25400" cap="flat" cmpd="sng">
            <a:solidFill>
              <a:srgbClr val="283593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2976370" y="548598"/>
            <a:ext cx="2103000" cy="273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2976370" y="1005798"/>
            <a:ext cx="2103000" cy="273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2976370" y="1462998"/>
            <a:ext cx="2103000" cy="273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2976370" y="1920198"/>
            <a:ext cx="2103000" cy="27300"/>
          </a:xfrm>
          <a:prstGeom prst="rect">
            <a:avLst/>
          </a:prstGeom>
          <a:solidFill>
            <a:srgbClr val="FFFFFF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2976370" y="548598"/>
            <a:ext cx="2103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LIVE FEED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3131818" y="850350"/>
            <a:ext cx="502800" cy="594300"/>
          </a:xfrm>
          <a:prstGeom prst="rect">
            <a:avLst/>
          </a:prstGeom>
          <a:solidFill>
            <a:srgbClr val="FFCC80">
              <a:alpha val="80000"/>
            </a:srgbClr>
          </a:solidFill>
          <a:ln w="3175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3131818" y="758909"/>
            <a:ext cx="502800" cy="109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3131818" y="758909"/>
            <a:ext cx="5028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Calibri"/>
              <a:buNone/>
            </a:pPr>
            <a:r>
              <a:rPr lang="en-US" sz="5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KRISHNA</a:t>
            </a:r>
            <a:endParaRPr sz="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3799330" y="850350"/>
            <a:ext cx="457200" cy="567000"/>
          </a:xfrm>
          <a:prstGeom prst="rect">
            <a:avLst/>
          </a:prstGeom>
          <a:solidFill>
            <a:srgbClr val="FFCC80">
              <a:alpha val="80000"/>
            </a:srgbClr>
          </a:solidFill>
          <a:ln w="31750" cap="flat" cmpd="sng">
            <a:solidFill>
              <a:srgbClr val="D95D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3799330" y="758909"/>
            <a:ext cx="457200" cy="109800"/>
          </a:xfrm>
          <a:prstGeom prst="rect">
            <a:avLst/>
          </a:prstGeom>
          <a:solidFill>
            <a:srgbClr val="D95D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3799330" y="758909"/>
            <a:ext cx="4572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alibri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MANIDEEP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3799330" y="1408134"/>
            <a:ext cx="457200" cy="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5D2A"/>
              </a:buClr>
              <a:buSzPts val="550"/>
              <a:buFont typeface="Calibri"/>
              <a:buNone/>
            </a:pPr>
            <a:endParaRPr sz="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4384546" y="914358"/>
            <a:ext cx="411600" cy="502800"/>
          </a:xfrm>
          <a:prstGeom prst="rect">
            <a:avLst/>
          </a:prstGeom>
          <a:solidFill>
            <a:srgbClr val="EF9A9A">
              <a:alpha val="70196"/>
            </a:srgbClr>
          </a:solidFill>
          <a:ln w="31750" cap="flat" cmpd="sng">
            <a:solidFill>
              <a:srgbClr val="C0392B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4384546" y="822917"/>
            <a:ext cx="411600" cy="109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"/>
          <p:cNvSpPr/>
          <p:nvPr/>
        </p:nvSpPr>
        <p:spPr>
          <a:xfrm>
            <a:off x="4384546" y="822917"/>
            <a:ext cx="4116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Calibri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UNKNOWN</a:t>
            </a:r>
            <a:endParaRPr sz="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3250690" y="960078"/>
            <a:ext cx="73200" cy="54900"/>
          </a:xfrm>
          <a:prstGeom prst="ellipse">
            <a:avLst/>
          </a:prstGeom>
          <a:solidFill>
            <a:srgbClr val="4E34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"/>
          <p:cNvSpPr/>
          <p:nvPr/>
        </p:nvSpPr>
        <p:spPr>
          <a:xfrm>
            <a:off x="3433570" y="960078"/>
            <a:ext cx="73200" cy="54900"/>
          </a:xfrm>
          <a:prstGeom prst="ellipse">
            <a:avLst/>
          </a:prstGeom>
          <a:solidFill>
            <a:srgbClr val="4E34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3342130" y="1097238"/>
            <a:ext cx="54900" cy="36600"/>
          </a:xfrm>
          <a:prstGeom prst="ellipse">
            <a:avLst/>
          </a:prstGeom>
          <a:solidFill>
            <a:srgbClr val="BCAA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7" name="Google Shape;57;p1"/>
          <p:cNvCxnSpPr/>
          <p:nvPr/>
        </p:nvCxnSpPr>
        <p:spPr>
          <a:xfrm>
            <a:off x="3296410" y="1197822"/>
            <a:ext cx="183000" cy="63900"/>
          </a:xfrm>
          <a:prstGeom prst="straightConnector1">
            <a:avLst/>
          </a:prstGeom>
          <a:noFill/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"/>
          <p:cNvSpPr/>
          <p:nvPr/>
        </p:nvSpPr>
        <p:spPr>
          <a:xfrm>
            <a:off x="3918202" y="960078"/>
            <a:ext cx="73200" cy="54900"/>
          </a:xfrm>
          <a:prstGeom prst="ellipse">
            <a:avLst/>
          </a:prstGeom>
          <a:solidFill>
            <a:srgbClr val="4E34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4101082" y="960078"/>
            <a:ext cx="73200" cy="54900"/>
          </a:xfrm>
          <a:prstGeom prst="ellipse">
            <a:avLst/>
          </a:prstGeom>
          <a:solidFill>
            <a:srgbClr val="4E34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4009642" y="1097238"/>
            <a:ext cx="54900" cy="36600"/>
          </a:xfrm>
          <a:prstGeom prst="ellipse">
            <a:avLst/>
          </a:prstGeom>
          <a:solidFill>
            <a:srgbClr val="BCAA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1"/>
          <p:cNvCxnSpPr/>
          <p:nvPr/>
        </p:nvCxnSpPr>
        <p:spPr>
          <a:xfrm>
            <a:off x="3963922" y="1197822"/>
            <a:ext cx="183000" cy="63900"/>
          </a:xfrm>
          <a:prstGeom prst="straightConnector1">
            <a:avLst/>
          </a:prstGeom>
          <a:noFill/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1"/>
          <p:cNvSpPr/>
          <p:nvPr/>
        </p:nvSpPr>
        <p:spPr>
          <a:xfrm>
            <a:off x="4503418" y="1024086"/>
            <a:ext cx="73200" cy="54900"/>
          </a:xfrm>
          <a:prstGeom prst="ellipse">
            <a:avLst/>
          </a:prstGeom>
          <a:solidFill>
            <a:srgbClr val="4E34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4686298" y="1024086"/>
            <a:ext cx="73200" cy="54900"/>
          </a:xfrm>
          <a:prstGeom prst="ellipse">
            <a:avLst/>
          </a:prstGeom>
          <a:solidFill>
            <a:srgbClr val="4E34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2976370" y="2377398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650"/>
              <a:buFont typeface="Calibri"/>
              <a:buNone/>
            </a:pPr>
            <a:r>
              <a:rPr lang="en-US" sz="650" b="0" i="1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Face Recognition • Bounding Boxes </a:t>
            </a:r>
            <a:endParaRPr sz="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1"/>
          <p:cNvCxnSpPr/>
          <p:nvPr/>
        </p:nvCxnSpPr>
        <p:spPr>
          <a:xfrm>
            <a:off x="4549138" y="1261830"/>
            <a:ext cx="183000" cy="63900"/>
          </a:xfrm>
          <a:prstGeom prst="straightConnector1">
            <a:avLst/>
          </a:prstGeom>
          <a:noFill/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" name="Google Shape;66;p1"/>
          <p:cNvSpPr/>
          <p:nvPr/>
        </p:nvSpPr>
        <p:spPr>
          <a:xfrm>
            <a:off x="1901927" y="2994588"/>
            <a:ext cx="685800" cy="640200"/>
          </a:xfrm>
          <a:prstGeom prst="rect">
            <a:avLst/>
          </a:prstGeom>
          <a:solidFill>
            <a:srgbClr val="3B7CB8"/>
          </a:solidFill>
          <a:ln>
            <a:noFill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2217918" y="2861978"/>
            <a:ext cx="237600" cy="237600"/>
          </a:xfrm>
          <a:prstGeom prst="ellipse">
            <a:avLst/>
          </a:prstGeom>
          <a:solidFill>
            <a:srgbClr val="3B7CB8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2224912" y="2870232"/>
            <a:ext cx="186456" cy="229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1879065" y="2994588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1"/>
          <p:cNvCxnSpPr/>
          <p:nvPr/>
        </p:nvCxnSpPr>
        <p:spPr>
          <a:xfrm>
            <a:off x="2587740" y="3244687"/>
            <a:ext cx="137160" cy="0"/>
          </a:xfrm>
          <a:prstGeom prst="straightConnector1">
            <a:avLst/>
          </a:prstGeom>
          <a:noFill/>
          <a:ln w="31750" cap="flat" cmpd="sng">
            <a:solidFill>
              <a:srgbClr val="CFD8D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1" name="Google Shape;71;p1"/>
          <p:cNvSpPr/>
          <p:nvPr/>
        </p:nvSpPr>
        <p:spPr>
          <a:xfrm>
            <a:off x="2724912" y="3008350"/>
            <a:ext cx="685800" cy="640200"/>
          </a:xfrm>
          <a:prstGeom prst="rect">
            <a:avLst/>
          </a:prstGeom>
          <a:solidFill>
            <a:srgbClr val="2C6FAC"/>
          </a:solidFill>
          <a:ln>
            <a:noFill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2948928" y="2903128"/>
            <a:ext cx="237600" cy="237600"/>
          </a:xfrm>
          <a:prstGeom prst="ellipse">
            <a:avLst/>
          </a:prstGeom>
          <a:solidFill>
            <a:srgbClr val="2C6FAC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2949003" y="2921490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2724900" y="2935138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1"/>
          <p:cNvCxnSpPr/>
          <p:nvPr/>
        </p:nvCxnSpPr>
        <p:spPr>
          <a:xfrm>
            <a:off x="3410830" y="3241170"/>
            <a:ext cx="137160" cy="0"/>
          </a:xfrm>
          <a:prstGeom prst="straightConnector1">
            <a:avLst/>
          </a:prstGeom>
          <a:noFill/>
          <a:ln w="31750" cap="flat" cmpd="sng">
            <a:solidFill>
              <a:srgbClr val="CFD8D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6" name="Google Shape;76;p1"/>
          <p:cNvSpPr/>
          <p:nvPr/>
        </p:nvSpPr>
        <p:spPr>
          <a:xfrm>
            <a:off x="3570730" y="2989104"/>
            <a:ext cx="685800" cy="640080"/>
          </a:xfrm>
          <a:prstGeom prst="rect">
            <a:avLst/>
          </a:prstGeom>
          <a:solidFill>
            <a:srgbClr val="1D7874"/>
          </a:solidFill>
          <a:ln>
            <a:noFill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"/>
          <p:cNvSpPr/>
          <p:nvPr/>
        </p:nvSpPr>
        <p:spPr>
          <a:xfrm>
            <a:off x="3771900" y="2870232"/>
            <a:ext cx="237744" cy="237744"/>
          </a:xfrm>
          <a:prstGeom prst="ellipse">
            <a:avLst/>
          </a:prstGeom>
          <a:solidFill>
            <a:srgbClr val="1D7874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"/>
          <p:cNvSpPr/>
          <p:nvPr/>
        </p:nvSpPr>
        <p:spPr>
          <a:xfrm>
            <a:off x="3794763" y="2944774"/>
            <a:ext cx="203077" cy="71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3570735" y="3016655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1"/>
          <p:cNvCxnSpPr/>
          <p:nvPr/>
        </p:nvCxnSpPr>
        <p:spPr>
          <a:xfrm>
            <a:off x="4245098" y="3213001"/>
            <a:ext cx="137160" cy="0"/>
          </a:xfrm>
          <a:prstGeom prst="straightConnector1">
            <a:avLst/>
          </a:prstGeom>
          <a:noFill/>
          <a:ln w="31750" cap="flat" cmpd="sng">
            <a:solidFill>
              <a:srgbClr val="CFD8D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1" name="Google Shape;81;p1"/>
          <p:cNvSpPr/>
          <p:nvPr/>
        </p:nvSpPr>
        <p:spPr>
          <a:xfrm>
            <a:off x="4387566" y="2989104"/>
            <a:ext cx="685800" cy="640080"/>
          </a:xfrm>
          <a:prstGeom prst="rect">
            <a:avLst/>
          </a:prstGeom>
          <a:solidFill>
            <a:srgbClr val="6B3FA0"/>
          </a:solidFill>
          <a:ln>
            <a:noFill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"/>
          <p:cNvSpPr/>
          <p:nvPr/>
        </p:nvSpPr>
        <p:spPr>
          <a:xfrm>
            <a:off x="4606286" y="2798351"/>
            <a:ext cx="237744" cy="237744"/>
          </a:xfrm>
          <a:prstGeom prst="ellipse">
            <a:avLst/>
          </a:prstGeom>
          <a:solidFill>
            <a:srgbClr val="6B3FA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"/>
          <p:cNvSpPr/>
          <p:nvPr/>
        </p:nvSpPr>
        <p:spPr>
          <a:xfrm>
            <a:off x="4594860" y="2843784"/>
            <a:ext cx="237744" cy="145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/>
          <p:nvPr/>
        </p:nvSpPr>
        <p:spPr>
          <a:xfrm>
            <a:off x="4405121" y="2944774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Matching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"/>
          <p:cNvCxnSpPr/>
          <p:nvPr/>
        </p:nvCxnSpPr>
        <p:spPr>
          <a:xfrm>
            <a:off x="5056665" y="3200161"/>
            <a:ext cx="137160" cy="0"/>
          </a:xfrm>
          <a:prstGeom prst="straightConnector1">
            <a:avLst/>
          </a:prstGeom>
          <a:noFill/>
          <a:ln w="31750" cap="flat" cmpd="sng">
            <a:solidFill>
              <a:srgbClr val="CFD8DC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6" name="Google Shape;86;p1"/>
          <p:cNvSpPr/>
          <p:nvPr/>
        </p:nvSpPr>
        <p:spPr>
          <a:xfrm>
            <a:off x="5193914" y="2947190"/>
            <a:ext cx="685800" cy="640080"/>
          </a:xfrm>
          <a:prstGeom prst="rect">
            <a:avLst/>
          </a:prstGeom>
          <a:solidFill>
            <a:srgbClr val="D95D2A"/>
          </a:solidFill>
          <a:ln>
            <a:noFill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5440683" y="2816266"/>
            <a:ext cx="237744" cy="237744"/>
          </a:xfrm>
          <a:prstGeom prst="ellipse">
            <a:avLst/>
          </a:prstGeom>
          <a:solidFill>
            <a:srgbClr val="D95D2A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"/>
          <p:cNvSpPr/>
          <p:nvPr/>
        </p:nvSpPr>
        <p:spPr>
          <a:xfrm>
            <a:off x="5431170" y="2724672"/>
            <a:ext cx="237744" cy="434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230005" y="2889384"/>
            <a:ext cx="685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5559555" y="3392543"/>
            <a:ext cx="0" cy="365700"/>
          </a:xfrm>
          <a:prstGeom prst="straightConnector1">
            <a:avLst/>
          </a:prstGeom>
          <a:noFill/>
          <a:ln w="31750" cap="flat" cmpd="sng">
            <a:solidFill>
              <a:srgbClr val="D95D2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1" name="Google Shape;91;p1"/>
          <p:cNvSpPr/>
          <p:nvPr/>
        </p:nvSpPr>
        <p:spPr>
          <a:xfrm>
            <a:off x="4405121" y="3747621"/>
            <a:ext cx="1463040" cy="292608"/>
          </a:xfrm>
          <a:prstGeom prst="rect">
            <a:avLst/>
          </a:prstGeom>
          <a:solidFill>
            <a:srgbClr val="E3F2FD"/>
          </a:solidFill>
          <a:ln w="19050" cap="flat" cmpd="sng">
            <a:solidFill>
              <a:srgbClr val="2C6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4393695" y="3758303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3A5C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1B3A5C"/>
                </a:solidFill>
                <a:latin typeface="Calibri"/>
                <a:ea typeface="Calibri"/>
                <a:cs typeface="Calibri"/>
                <a:sym typeface="Calibri"/>
              </a:rPr>
              <a:t>  Auto Email Report to Faculty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126480" y="594360"/>
            <a:ext cx="2907792" cy="2468880"/>
          </a:xfrm>
          <a:prstGeom prst="rect">
            <a:avLst/>
          </a:prstGeom>
          <a:solidFill>
            <a:srgbClr val="FFFFFF"/>
          </a:solidFill>
          <a:ln w="25400" cap="flat" cmpd="sng">
            <a:solidFill>
              <a:srgbClr val="4CAF5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6126480" y="594360"/>
            <a:ext cx="2907792" cy="2743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6126480" y="594360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lang="en-US" sz="75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attendance_2026-03-27.xlsx</a:t>
            </a:r>
            <a:endParaRPr sz="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6126480" y="868680"/>
            <a:ext cx="987552" cy="228600"/>
          </a:xfrm>
          <a:prstGeom prst="rect">
            <a:avLst/>
          </a:prstGeom>
          <a:solidFill>
            <a:srgbClr val="2173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6126480" y="868680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7114032" y="868680"/>
            <a:ext cx="932688" cy="228600"/>
          </a:xfrm>
          <a:prstGeom prst="rect">
            <a:avLst/>
          </a:prstGeom>
          <a:solidFill>
            <a:srgbClr val="2173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7114032" y="868680"/>
            <a:ext cx="9326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8046720" y="868680"/>
            <a:ext cx="987552" cy="228600"/>
          </a:xfrm>
          <a:prstGeom prst="rect">
            <a:avLst/>
          </a:prstGeom>
          <a:solidFill>
            <a:srgbClr val="21734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8046720" y="868680"/>
            <a:ext cx="9875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6126480" y="1097280"/>
            <a:ext cx="987552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6163056" y="1097280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KRISHNA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7114032" y="1097280"/>
            <a:ext cx="932688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7150608" y="1097280"/>
            <a:ext cx="89611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2026-03-27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8046720" y="1097280"/>
            <a:ext cx="987552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8083296" y="1097280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11:21:02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6126480" y="1298448"/>
            <a:ext cx="987552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6163056" y="1298448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GIRI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114032" y="1298448"/>
            <a:ext cx="932688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7150608" y="1298448"/>
            <a:ext cx="89611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2026-03-27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8046720" y="1298448"/>
            <a:ext cx="987552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8083296" y="1298448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11:21:02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6126480" y="1499616"/>
            <a:ext cx="987552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6163056" y="149961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GURUDEEP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114032" y="1499616"/>
            <a:ext cx="932688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7150608" y="1499616"/>
            <a:ext cx="89611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2026-03-27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046720" y="1499616"/>
            <a:ext cx="987552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"/>
          <p:cNvSpPr/>
          <p:nvPr/>
        </p:nvSpPr>
        <p:spPr>
          <a:xfrm>
            <a:off x="8083296" y="149961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11:21:02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6126480" y="1700784"/>
            <a:ext cx="987552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"/>
          <p:cNvSpPr/>
          <p:nvPr/>
        </p:nvSpPr>
        <p:spPr>
          <a:xfrm>
            <a:off x="6163056" y="1700784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ABHINAV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7114032" y="1700784"/>
            <a:ext cx="932688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"/>
          <p:cNvSpPr/>
          <p:nvPr/>
        </p:nvSpPr>
        <p:spPr>
          <a:xfrm>
            <a:off x="7150608" y="1700784"/>
            <a:ext cx="89611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2026-03-27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8046720" y="1700784"/>
            <a:ext cx="987552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"/>
          <p:cNvSpPr/>
          <p:nvPr/>
        </p:nvSpPr>
        <p:spPr>
          <a:xfrm>
            <a:off x="8083296" y="1700784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11:21:02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6126480" y="1901952"/>
            <a:ext cx="987552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"/>
          <p:cNvSpPr/>
          <p:nvPr/>
        </p:nvSpPr>
        <p:spPr>
          <a:xfrm>
            <a:off x="6163056" y="1901952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MRIDHUL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7114032" y="1901952"/>
            <a:ext cx="932688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"/>
          <p:cNvSpPr/>
          <p:nvPr/>
        </p:nvSpPr>
        <p:spPr>
          <a:xfrm>
            <a:off x="7150608" y="1901952"/>
            <a:ext cx="89611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2026-03-27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8046720" y="1901952"/>
            <a:ext cx="987552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"/>
          <p:cNvSpPr/>
          <p:nvPr/>
        </p:nvSpPr>
        <p:spPr>
          <a:xfrm>
            <a:off x="8083296" y="1901952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11:21:02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6126480" y="2103120"/>
            <a:ext cx="987552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"/>
          <p:cNvSpPr/>
          <p:nvPr/>
        </p:nvSpPr>
        <p:spPr>
          <a:xfrm>
            <a:off x="6163056" y="2103120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PRAVEEN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114032" y="2103120"/>
            <a:ext cx="932688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7150608" y="2103120"/>
            <a:ext cx="89611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2026-03-27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8046720" y="2103120"/>
            <a:ext cx="987552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"/>
          <p:cNvSpPr/>
          <p:nvPr/>
        </p:nvSpPr>
        <p:spPr>
          <a:xfrm>
            <a:off x="8083296" y="2103120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11:21:02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6126480" y="2304288"/>
            <a:ext cx="987552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"/>
          <p:cNvSpPr/>
          <p:nvPr/>
        </p:nvSpPr>
        <p:spPr>
          <a:xfrm>
            <a:off x="6163056" y="2304288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RISHI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/>
          <p:nvPr/>
        </p:nvSpPr>
        <p:spPr>
          <a:xfrm>
            <a:off x="7114032" y="2304288"/>
            <a:ext cx="932688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"/>
          <p:cNvSpPr/>
          <p:nvPr/>
        </p:nvSpPr>
        <p:spPr>
          <a:xfrm>
            <a:off x="7150608" y="2304288"/>
            <a:ext cx="89611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2026-03-27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8046720" y="2304288"/>
            <a:ext cx="987552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8083296" y="2304288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11:21:02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/>
          <p:nvPr/>
        </p:nvSpPr>
        <p:spPr>
          <a:xfrm>
            <a:off x="6126480" y="2505456"/>
            <a:ext cx="987552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"/>
          <p:cNvSpPr/>
          <p:nvPr/>
        </p:nvSpPr>
        <p:spPr>
          <a:xfrm>
            <a:off x="6163056" y="250545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SANDEEP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"/>
          <p:cNvSpPr/>
          <p:nvPr/>
        </p:nvSpPr>
        <p:spPr>
          <a:xfrm>
            <a:off x="7114032" y="2505456"/>
            <a:ext cx="932688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"/>
          <p:cNvSpPr/>
          <p:nvPr/>
        </p:nvSpPr>
        <p:spPr>
          <a:xfrm>
            <a:off x="7150608" y="2505456"/>
            <a:ext cx="89611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2026-03-27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8046720" y="2505456"/>
            <a:ext cx="987552" cy="19202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"/>
          <p:cNvSpPr/>
          <p:nvPr/>
        </p:nvSpPr>
        <p:spPr>
          <a:xfrm>
            <a:off x="8083296" y="2505456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11:21:02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6126480" y="2706624"/>
            <a:ext cx="987552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"/>
          <p:cNvSpPr/>
          <p:nvPr/>
        </p:nvSpPr>
        <p:spPr>
          <a:xfrm>
            <a:off x="6163056" y="2706624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MANIDEEP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7114032" y="2706624"/>
            <a:ext cx="932688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7150608" y="2706624"/>
            <a:ext cx="896112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2026-03-27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"/>
          <p:cNvSpPr/>
          <p:nvPr/>
        </p:nvSpPr>
        <p:spPr>
          <a:xfrm>
            <a:off x="8046720" y="2706624"/>
            <a:ext cx="987552" cy="192024"/>
          </a:xfrm>
          <a:prstGeom prst="rect">
            <a:avLst/>
          </a:prstGeom>
          <a:solidFill>
            <a:srgbClr val="F1F8E9"/>
          </a:solidFill>
          <a:ln w="9525" cap="flat" cmpd="sng">
            <a:solidFill>
              <a:srgbClr val="C8E6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"/>
          <p:cNvSpPr/>
          <p:nvPr/>
        </p:nvSpPr>
        <p:spPr>
          <a:xfrm>
            <a:off x="8083296" y="2706624"/>
            <a:ext cx="950976" cy="192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750"/>
              <a:buFont typeface="Calibri"/>
              <a:buNone/>
            </a:pPr>
            <a:r>
              <a:rPr lang="en-US" sz="750" b="0" i="0" u="none" strike="noStrike" cap="non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11:21:02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6144768" y="3063240"/>
            <a:ext cx="287121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 9 Students Marked Present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6126480" y="3310128"/>
            <a:ext cx="2907792" cy="713232"/>
          </a:xfrm>
          <a:prstGeom prst="rect">
            <a:avLst/>
          </a:prstGeom>
          <a:solidFill>
            <a:srgbClr val="E8EAF6"/>
          </a:solidFill>
          <a:ln w="19050" cap="flat" cmpd="sng">
            <a:solidFill>
              <a:srgbClr val="3949A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6236208" y="3410712"/>
            <a:ext cx="411480" cy="4114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"/>
          <p:cNvSpPr/>
          <p:nvPr/>
        </p:nvSpPr>
        <p:spPr>
          <a:xfrm>
            <a:off x="6236208" y="3410712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6720840" y="3337560"/>
            <a:ext cx="2240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83593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283593"/>
                </a:solidFill>
                <a:latin typeface="Calibri"/>
                <a:ea typeface="Calibri"/>
                <a:cs typeface="Calibri"/>
                <a:sym typeface="Calibri"/>
              </a:rPr>
              <a:t>To: faculty@iiit</a:t>
            </a:r>
            <a:r>
              <a:rPr lang="en-US" sz="750" b="1">
                <a:solidFill>
                  <a:srgbClr val="283593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750" b="1" i="0" u="none" strike="noStrike" cap="none">
                <a:solidFill>
                  <a:srgbClr val="283593"/>
                </a:solidFill>
                <a:latin typeface="Calibri"/>
                <a:ea typeface="Calibri"/>
                <a:cs typeface="Calibri"/>
                <a:sym typeface="Calibri"/>
              </a:rPr>
              <a:t>.ac.in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6720840" y="3520440"/>
            <a:ext cx="2240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Sub: Attendance Report – 2026-03-27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6720840" y="3675888"/>
            <a:ext cx="2240280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700"/>
              <a:buFont typeface="Calibri"/>
              <a:buNone/>
            </a:pPr>
            <a:r>
              <a:rPr lang="en-US" sz="700" b="0" i="0" u="none" strike="noStrike" cap="non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📎 attendance_2026-03-27.xlsx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7909560" y="3858768"/>
            <a:ext cx="640080" cy="201168"/>
          </a:xfrm>
          <a:prstGeom prst="roundRect">
            <a:avLst>
              <a:gd name="adj" fmla="val 22727"/>
            </a:avLst>
          </a:prstGeom>
          <a:solidFill>
            <a:srgbClr val="C039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"/>
          <p:cNvSpPr/>
          <p:nvPr/>
        </p:nvSpPr>
        <p:spPr>
          <a:xfrm>
            <a:off x="7909560" y="385876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SEND ✉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1"/>
          <p:cNvCxnSpPr/>
          <p:nvPr/>
        </p:nvCxnSpPr>
        <p:spPr>
          <a:xfrm>
            <a:off x="1344177" y="836806"/>
            <a:ext cx="91500" cy="173700"/>
          </a:xfrm>
          <a:prstGeom prst="straightConnector1">
            <a:avLst/>
          </a:prstGeom>
          <a:noFill/>
          <a:ln w="31750" cap="flat" cmpd="sng">
            <a:solidFill>
              <a:srgbClr val="F5C84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6" name="Google Shape;166;p1"/>
          <p:cNvCxnSpPr/>
          <p:nvPr/>
        </p:nvCxnSpPr>
        <p:spPr>
          <a:xfrm rot="10800000" flipH="1">
            <a:off x="2125125" y="1169300"/>
            <a:ext cx="777300" cy="6600"/>
          </a:xfrm>
          <a:prstGeom prst="straightConnector1">
            <a:avLst/>
          </a:prstGeom>
          <a:noFill/>
          <a:ln w="31750" cap="flat" cmpd="sng">
            <a:solidFill>
              <a:srgbClr val="3B7CB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7" name="Google Shape;167;p1"/>
          <p:cNvCxnSpPr/>
          <p:nvPr/>
        </p:nvCxnSpPr>
        <p:spPr>
          <a:xfrm rot="10800000" flipH="1">
            <a:off x="5799305" y="1293780"/>
            <a:ext cx="246900" cy="1581900"/>
          </a:xfrm>
          <a:prstGeom prst="straightConnector1">
            <a:avLst/>
          </a:prstGeom>
          <a:noFill/>
          <a:ln w="31750" cap="flat" cmpd="sng">
            <a:solidFill>
              <a:srgbClr val="D95D2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8" name="Google Shape;168;p1"/>
          <p:cNvSpPr/>
          <p:nvPr/>
        </p:nvSpPr>
        <p:spPr>
          <a:xfrm>
            <a:off x="0" y="4096512"/>
            <a:ext cx="9144000" cy="10469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"/>
          <p:cNvSpPr/>
          <p:nvPr/>
        </p:nvSpPr>
        <p:spPr>
          <a:xfrm>
            <a:off x="164592" y="413308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457200" y="4133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Camera </a:t>
            </a:r>
            <a:r>
              <a:rPr lang="en-US" sz="800" b="1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placed near</a:t>
            </a:r>
            <a:r>
              <a:rPr lang="en-US" sz="800" b="1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 Door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"/>
          <p:cNvSpPr/>
          <p:nvPr/>
        </p:nvSpPr>
        <p:spPr>
          <a:xfrm>
            <a:off x="1673352" y="413308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"/>
          <p:cNvSpPr/>
          <p:nvPr/>
        </p:nvSpPr>
        <p:spPr>
          <a:xfrm>
            <a:off x="1965960" y="4133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Recognized Face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"/>
          <p:cNvSpPr/>
          <p:nvPr/>
        </p:nvSpPr>
        <p:spPr>
          <a:xfrm>
            <a:off x="3182112" y="413308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4690872" y="413308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"/>
          <p:cNvSpPr/>
          <p:nvPr/>
        </p:nvSpPr>
        <p:spPr>
          <a:xfrm>
            <a:off x="3799325" y="4133100"/>
            <a:ext cx="1188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ArcFace AI Model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6199632" y="413308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6492240" y="4133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Excel Report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7708392" y="413308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"/>
          <p:cNvSpPr/>
          <p:nvPr/>
        </p:nvSpPr>
        <p:spPr>
          <a:xfrm>
            <a:off x="8001000" y="413308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lang="en-US" sz="800" b="1" i="0" u="none" strike="noStrike" cap="none" dirty="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Gmail Report</a:t>
            </a:r>
            <a:endParaRPr sz="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"/>
          <p:cNvSpPr/>
          <p:nvPr/>
        </p:nvSpPr>
        <p:spPr>
          <a:xfrm>
            <a:off x="0" y="4453128"/>
            <a:ext cx="9144000" cy="260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800"/>
              <a:buFont typeface="Calibri"/>
              <a:buNone/>
            </a:pPr>
            <a:r>
              <a:rPr lang="en-US" sz="800" b="1" i="1" u="none" strike="noStrike" cap="none" dirty="0">
                <a:solidFill>
                  <a:schemeClr val="tx2"/>
                </a:solidFill>
                <a:latin typeface="Calibri"/>
                <a:ea typeface="Calibri"/>
                <a:cs typeface="Calibri"/>
                <a:sym typeface="Calibri"/>
              </a:rPr>
              <a:t>D. Sajid Ali · P. Omkar · D. Manideep Reddy  |  IIITDM Kurnool — ECE Dept  |Dr. Sreenivasa Reddy </a:t>
            </a:r>
            <a:r>
              <a:rPr lang="en-US" sz="800" b="1" i="1" u="none" strike="noStrike" cap="none" dirty="0" err="1">
                <a:solidFill>
                  <a:schemeClr val="tx2"/>
                </a:solidFill>
                <a:latin typeface="Calibri"/>
                <a:ea typeface="Calibri"/>
                <a:cs typeface="Calibri"/>
                <a:sym typeface="Calibri"/>
              </a:rPr>
              <a:t>Yeduri</a:t>
            </a:r>
            <a:r>
              <a:rPr lang="en-US" sz="800" b="1" i="1" u="none" strike="noStrike" cap="none" dirty="0">
                <a:solidFill>
                  <a:schemeClr val="tx2"/>
                </a:solidFill>
                <a:latin typeface="Calibri"/>
                <a:ea typeface="Calibri"/>
                <a:cs typeface="Calibri"/>
                <a:sym typeface="Calibri"/>
              </a:rPr>
              <a:t> |  2025–26</a:t>
            </a:r>
            <a:endParaRPr sz="800" b="1" i="1" u="none" strike="noStrike" cap="none" dirty="0">
              <a:solidFill>
                <a:schemeClr val="tx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617798" y="1276758"/>
            <a:ext cx="128100" cy="347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5" name="Google Shape;185;p1"/>
          <p:cNvCxnSpPr/>
          <p:nvPr/>
        </p:nvCxnSpPr>
        <p:spPr>
          <a:xfrm>
            <a:off x="3250690" y="2467138"/>
            <a:ext cx="306300" cy="468000"/>
          </a:xfrm>
          <a:prstGeom prst="straightConnector1">
            <a:avLst/>
          </a:prstGeom>
          <a:noFill/>
          <a:ln w="31750" cap="flat" cmpd="sng">
            <a:solidFill>
              <a:srgbClr val="3B7CB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" name="Google Shape;181;p1">
            <a:extLst>
              <a:ext uri="{FF2B5EF4-FFF2-40B4-BE49-F238E27FC236}">
                <a16:creationId xmlns:a16="http://schemas.microsoft.com/office/drawing/2014/main" id="{76FE52E3-7F9D-87B3-0A17-C30ABE1424C4}"/>
              </a:ext>
            </a:extLst>
          </p:cNvPr>
          <p:cNvSpPr/>
          <p:nvPr/>
        </p:nvSpPr>
        <p:spPr>
          <a:xfrm>
            <a:off x="578910" y="1069804"/>
            <a:ext cx="201300" cy="201300"/>
          </a:xfrm>
          <a:prstGeom prst="ellipse">
            <a:avLst/>
          </a:prstGeom>
          <a:solidFill>
            <a:srgbClr val="FFCC80"/>
          </a:solidFill>
          <a:ln w="12700" cap="flat" cmpd="sng">
            <a:solidFill>
              <a:srgbClr val="E65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" name="Google Shape;183;p1">
            <a:extLst>
              <a:ext uri="{FF2B5EF4-FFF2-40B4-BE49-F238E27FC236}">
                <a16:creationId xmlns:a16="http://schemas.microsoft.com/office/drawing/2014/main" id="{17450717-BD14-969D-A527-C3E49A1B9F41}"/>
              </a:ext>
            </a:extLst>
          </p:cNvPr>
          <p:cNvCxnSpPr/>
          <p:nvPr/>
        </p:nvCxnSpPr>
        <p:spPr>
          <a:xfrm flipH="1">
            <a:off x="560730" y="1600156"/>
            <a:ext cx="63900" cy="228600"/>
          </a:xfrm>
          <a:prstGeom prst="straightConnector1">
            <a:avLst/>
          </a:prstGeom>
          <a:noFill/>
          <a:ln w="25400" cap="flat" cmpd="sng">
            <a:solidFill>
              <a:srgbClr val="3747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184;p1">
            <a:extLst>
              <a:ext uri="{FF2B5EF4-FFF2-40B4-BE49-F238E27FC236}">
                <a16:creationId xmlns:a16="http://schemas.microsoft.com/office/drawing/2014/main" id="{35257D84-59BA-640C-9D16-6FF13A9F27A1}"/>
              </a:ext>
            </a:extLst>
          </p:cNvPr>
          <p:cNvCxnSpPr/>
          <p:nvPr/>
        </p:nvCxnSpPr>
        <p:spPr>
          <a:xfrm>
            <a:off x="716070" y="1600156"/>
            <a:ext cx="63900" cy="228600"/>
          </a:xfrm>
          <a:prstGeom prst="straightConnector1">
            <a:avLst/>
          </a:prstGeom>
          <a:noFill/>
          <a:ln w="25400" cap="flat" cmpd="sng">
            <a:solidFill>
              <a:srgbClr val="37474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85C66756-4030-0AC5-E90B-95EFB79ED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196" y="759882"/>
            <a:ext cx="625145" cy="696292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BB245E-B54A-EFB8-C09A-57D47F0B3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744" y="753909"/>
            <a:ext cx="601595" cy="681418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9CCA168-C021-5176-7144-7F643AA9B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9188" y="743449"/>
            <a:ext cx="630256" cy="701202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Microsoft Office PowerPoint</Application>
  <PresentationFormat>On-screen Show (16:9)</PresentationFormat>
  <Paragraphs>78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D . Sajid Ali</cp:lastModifiedBy>
  <cp:revision>1</cp:revision>
  <dcterms:created xsi:type="dcterms:W3CDTF">2026-04-06T14:31:53Z</dcterms:created>
  <dcterms:modified xsi:type="dcterms:W3CDTF">2026-04-06T15:19:34Z</dcterms:modified>
</cp:coreProperties>
</file>